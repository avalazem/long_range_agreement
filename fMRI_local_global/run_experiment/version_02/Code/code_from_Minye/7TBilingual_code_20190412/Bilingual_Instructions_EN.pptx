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1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43" autoAdjust="0"/>
  </p:normalViewPr>
  <p:slideViewPr>
    <p:cSldViewPr snapToGrid="0">
      <p:cViewPr varScale="1">
        <p:scale>
          <a:sx n="122" d="100"/>
          <a:sy n="122" d="100"/>
        </p:scale>
        <p:origin x="11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99884-0E0D-4F87-82D0-C419D7430449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1675D-B660-4A1E-BCB9-E42E0B558A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D1675D-B660-4A1E-BCB9-E42E0B558A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6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4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7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2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5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1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1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7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8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9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1B91C-1652-4037-B2C2-FB1535579675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B8A80-CE66-45E5-A541-A682A9C41B2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9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38200" y="438912"/>
            <a:ext cx="10515600" cy="6221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+mj-lt"/>
              </a:rPr>
              <a:t>Welcome to participate in this experiment.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This scanning session consists of </a:t>
            </a:r>
            <a:r>
              <a:rPr lang="en-US" sz="2000" dirty="0" smtClean="0"/>
              <a:t>2 </a:t>
            </a:r>
            <a:r>
              <a:rPr lang="en-US" sz="2000" dirty="0" smtClean="0"/>
              <a:t>tasks: 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Task 1 (1 run)</a:t>
            </a: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Task 2: the </a:t>
            </a:r>
            <a:r>
              <a:rPr lang="en-US" sz="2000" dirty="0" smtClean="0"/>
              <a:t>main task </a:t>
            </a:r>
            <a:r>
              <a:rPr lang="en-US" sz="2000" dirty="0" smtClean="0"/>
              <a:t>(3 </a:t>
            </a:r>
            <a:r>
              <a:rPr lang="en-US" sz="2000" dirty="0" smtClean="0"/>
              <a:t>runs)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51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Task 1: </a:t>
            </a:r>
            <a:endParaRPr lang="en-US" sz="24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571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In this task, you will see different pictures quickly shown on the screen. </a:t>
            </a:r>
          </a:p>
          <a:p>
            <a:pPr marL="0" indent="0">
              <a:buNone/>
            </a:pPr>
            <a:r>
              <a:rPr lang="en-US" sz="2000" dirty="0" smtClean="0"/>
              <a:t>Your task is to: </a:t>
            </a:r>
          </a:p>
          <a:p>
            <a:r>
              <a:rPr lang="en-US" sz="2000" dirty="0" smtClean="0"/>
              <a:t>Always fixate on the green dot in the center, </a:t>
            </a:r>
            <a:r>
              <a:rPr lang="en-US" sz="2000" b="1" dirty="0" smtClean="0">
                <a:solidFill>
                  <a:srgbClr val="C00000"/>
                </a:solidFill>
              </a:rPr>
              <a:t>keep awake</a:t>
            </a:r>
          </a:p>
          <a:p>
            <a:r>
              <a:rPr lang="en-US" sz="2000" dirty="0" smtClean="0"/>
              <a:t>Press the button as soon as you see a picture with a star: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529" y="2923409"/>
            <a:ext cx="2138942" cy="21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9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Autofit/>
          </a:bodyPr>
          <a:lstStyle/>
          <a:p>
            <a:r>
              <a:rPr lang="en-US" sz="2400" b="1" dirty="0"/>
              <a:t>Task 1</a:t>
            </a:r>
            <a:r>
              <a:rPr lang="en-US" sz="2400" b="1" dirty="0" smtClean="0"/>
              <a:t>:</a:t>
            </a:r>
            <a:endParaRPr lang="en-US" sz="24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571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will be distortions to the brain images in the scanner. Right before each task run, we will acquire a very short run to correct this distortion.  Therefore it is very important that you keep very still between these runs, otherwise the distortion correction will not work. </a:t>
            </a:r>
          </a:p>
          <a:p>
            <a:pPr marL="0" indent="0">
              <a:buNone/>
            </a:pPr>
            <a:r>
              <a:rPr lang="en-US" sz="2000" dirty="0"/>
              <a:t>During distortion correction runs, you can close your eyes and rest. We will tell you when to open your eyes.</a:t>
            </a:r>
          </a:p>
        </p:txBody>
      </p:sp>
    </p:spTree>
    <p:extLst>
      <p:ext uri="{BB962C8B-B14F-4D97-AF65-F5344CB8AC3E}">
        <p14:creationId xmlns:p14="http://schemas.microsoft.com/office/powerpoint/2010/main" val="237949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Autofit/>
          </a:bodyPr>
          <a:lstStyle/>
          <a:p>
            <a:r>
              <a:rPr lang="en-US" b="1" dirty="0" smtClean="0"/>
              <a:t>Task 2: </a:t>
            </a:r>
            <a:r>
              <a:rPr lang="en-US" b="1" dirty="0" smtClean="0"/>
              <a:t>The main task</a:t>
            </a:r>
            <a:endParaRPr lang="en-US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571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In the next task, </a:t>
            </a:r>
            <a:r>
              <a:rPr lang="en-US" sz="2000" dirty="0" smtClean="0"/>
              <a:t>you will see a lot of stimuli quickly presented on the screen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Your task is to: </a:t>
            </a:r>
          </a:p>
          <a:p>
            <a:r>
              <a:rPr lang="en-US" sz="2000" dirty="0" smtClean="0"/>
              <a:t>Always fixate on the fixation </a:t>
            </a:r>
            <a:r>
              <a:rPr lang="en-US" sz="2000" dirty="0" smtClean="0"/>
              <a:t>dot, </a:t>
            </a:r>
            <a:r>
              <a:rPr lang="en-US" sz="2000" b="1" dirty="0" smtClean="0">
                <a:solidFill>
                  <a:srgbClr val="C00000"/>
                </a:solidFill>
              </a:rPr>
              <a:t>keep </a:t>
            </a:r>
            <a:r>
              <a:rPr lang="en-US" sz="2000" b="1" dirty="0" smtClean="0">
                <a:solidFill>
                  <a:srgbClr val="C00000"/>
                </a:solidFill>
              </a:rPr>
              <a:t>awake</a:t>
            </a:r>
            <a:endParaRPr lang="en-US" sz="2000" dirty="0"/>
          </a:p>
          <a:p>
            <a:r>
              <a:rPr lang="en-US" sz="2000" dirty="0"/>
              <a:t>Press the button as soon as you </a:t>
            </a:r>
            <a:r>
              <a:rPr lang="en-US" sz="2000" dirty="0" smtClean="0"/>
              <a:t>see “######”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99923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52948" y="397625"/>
            <a:ext cx="10515600" cy="5571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During the experiment, it is very important to keep still, and not move your bodies/head. </a:t>
            </a:r>
          </a:p>
          <a:p>
            <a:pPr marL="0" indent="0">
              <a:buNone/>
            </a:pPr>
            <a:r>
              <a:rPr lang="en-US" sz="2000" dirty="0" smtClean="0"/>
              <a:t>This is because we take a picture of your brain every 2 seconds, and examine how the activity change in specific brain areas, </a:t>
            </a:r>
            <a:r>
              <a:rPr lang="en-US" sz="2000" b="1" dirty="0" smtClean="0">
                <a:solidFill>
                  <a:srgbClr val="C00000"/>
                </a:solidFill>
              </a:rPr>
              <a:t>in very high resolutions (pixel size = </a:t>
            </a:r>
            <a:r>
              <a:rPr lang="en-US" sz="2000" b="1" dirty="0" smtClean="0">
                <a:solidFill>
                  <a:srgbClr val="C00000"/>
                </a:solidFill>
              </a:rPr>
              <a:t>1.2 </a:t>
            </a:r>
            <a:r>
              <a:rPr lang="en-US" sz="2000" b="1" dirty="0" smtClean="0">
                <a:solidFill>
                  <a:srgbClr val="C00000"/>
                </a:solidFill>
              </a:rPr>
              <a:t>mm)</a:t>
            </a:r>
            <a:r>
              <a:rPr lang="en-US" sz="2000" dirty="0" smtClean="0"/>
              <a:t>. If you move during the scan, the pixels of your brain will not be at the same location any more, and our analysis will not work.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Between the runs, we will talk to you through the microphone. You can rest and move your hands a bit, but it </a:t>
            </a:r>
            <a:r>
              <a:rPr lang="en-US" sz="2000" dirty="0" smtClean="0"/>
              <a:t>would </a:t>
            </a:r>
            <a:r>
              <a:rPr lang="en-US" sz="2000" dirty="0" smtClean="0"/>
              <a:t>be great if you don’t move at all.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24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Autofit/>
          </a:bodyPr>
          <a:lstStyle/>
          <a:p>
            <a:r>
              <a:rPr lang="en-US" sz="2400" b="1" smtClean="0"/>
              <a:t>After </a:t>
            </a:r>
            <a:r>
              <a:rPr lang="en-US" sz="2400" b="1" dirty="0" smtClean="0"/>
              <a:t>task 2</a:t>
            </a:r>
            <a:endParaRPr lang="en-US" sz="24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571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After task </a:t>
            </a:r>
            <a:r>
              <a:rPr lang="en-US" sz="2000" dirty="0" smtClean="0"/>
              <a:t>2, we will scan the anatomical images of your brain. </a:t>
            </a:r>
          </a:p>
          <a:p>
            <a:pPr marL="0" indent="0">
              <a:buNone/>
            </a:pPr>
            <a:r>
              <a:rPr lang="en-US" sz="2000" dirty="0" smtClean="0"/>
              <a:t>During this anatomical scan, you can close your eyes and rest (fall asleep if you wish).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Again, it’s important not to move during the scan. 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51080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370</Words>
  <Application>Microsoft Office PowerPoint</Application>
  <PresentationFormat>Grand écran</PresentationFormat>
  <Paragraphs>31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Task 1: </vt:lpstr>
      <vt:lpstr>Task 1:</vt:lpstr>
      <vt:lpstr>Task 2: The main task</vt:lpstr>
      <vt:lpstr>Présentation PowerPoint</vt:lpstr>
      <vt:lpstr>After task 2</vt:lpstr>
    </vt:vector>
  </TitlesOfParts>
  <Company>CEA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ZHAN Minye</dc:creator>
  <cp:lastModifiedBy>ZHAN Minye</cp:lastModifiedBy>
  <cp:revision>28</cp:revision>
  <dcterms:created xsi:type="dcterms:W3CDTF">2018-12-20T10:49:33Z</dcterms:created>
  <dcterms:modified xsi:type="dcterms:W3CDTF">2019-04-16T17:07:21Z</dcterms:modified>
</cp:coreProperties>
</file>